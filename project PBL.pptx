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A9CD8-6C99-4C97-B214-82271A30FAA3}" v="434" dt="2026-03-10T02:40:14.9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73" d="100"/>
          <a:sy n="73" d="100"/>
        </p:scale>
        <p:origin x="72" y="269"/>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utham teja" userId="cf28178e9bcd408d" providerId="LiveId" clId="{C5BFBA6F-E9C9-44BF-8209-DB589BA8B469}"/>
    <pc:docChg chg="undo custSel modSld">
      <pc:chgData name="goutham teja" userId="cf28178e9bcd408d" providerId="LiveId" clId="{C5BFBA6F-E9C9-44BF-8209-DB589BA8B469}" dt="2026-03-10T03:08:49.102" v="680" actId="20577"/>
      <pc:docMkLst>
        <pc:docMk/>
      </pc:docMkLst>
      <pc:sldChg chg="addSp delSp modSp mod modAnim">
        <pc:chgData name="goutham teja" userId="cf28178e9bcd408d" providerId="LiveId" clId="{C5BFBA6F-E9C9-44BF-8209-DB589BA8B469}" dt="2026-03-09T07:26:48.906" v="576" actId="27636"/>
        <pc:sldMkLst>
          <pc:docMk/>
          <pc:sldMk cId="930833320" sldId="266"/>
        </pc:sldMkLst>
        <pc:spChg chg="add del mod">
          <ac:chgData name="goutham teja" userId="cf28178e9bcd408d" providerId="LiveId" clId="{C5BFBA6F-E9C9-44BF-8209-DB589BA8B469}" dt="2026-03-09T07:26:27.044" v="573"/>
          <ac:spMkLst>
            <pc:docMk/>
            <pc:sldMk cId="930833320" sldId="266"/>
            <ac:spMk id="2" creationId="{02709C6B-1002-2C9E-462C-CFD63B19EAED}"/>
          </ac:spMkLst>
        </pc:spChg>
        <pc:spChg chg="add mod">
          <ac:chgData name="goutham teja" userId="cf28178e9bcd408d" providerId="LiveId" clId="{C5BFBA6F-E9C9-44BF-8209-DB589BA8B469}" dt="2026-03-09T07:26:24.266" v="563"/>
          <ac:spMkLst>
            <pc:docMk/>
            <pc:sldMk cId="930833320" sldId="266"/>
            <ac:spMk id="3" creationId="{5611098A-1646-77DC-FFBC-D4AD7E808AF0}"/>
          </ac:spMkLst>
        </pc:spChg>
        <pc:spChg chg="add mod">
          <ac:chgData name="goutham teja" userId="cf28178e9bcd408d" providerId="LiveId" clId="{C5BFBA6F-E9C9-44BF-8209-DB589BA8B469}" dt="2026-03-09T07:26:23.104" v="560" actId="767"/>
          <ac:spMkLst>
            <pc:docMk/>
            <pc:sldMk cId="930833320" sldId="266"/>
            <ac:spMk id="4" creationId="{3655E6D4-630F-C2DD-B6A3-EED2B5ECC842}"/>
          </ac:spMkLst>
        </pc:spChg>
        <pc:spChg chg="add del mod">
          <ac:chgData name="goutham teja" userId="cf28178e9bcd408d" providerId="LiveId" clId="{C5BFBA6F-E9C9-44BF-8209-DB589BA8B469}" dt="2026-03-09T07:26:48.906" v="576" actId="27636"/>
          <ac:spMkLst>
            <pc:docMk/>
            <pc:sldMk cId="930833320" sldId="266"/>
            <ac:spMk id="9" creationId="{0BAA4F36-AB00-F2C4-B47F-6381355DE604}"/>
          </ac:spMkLst>
        </pc:spChg>
      </pc:sldChg>
      <pc:sldChg chg="modSp mod">
        <pc:chgData name="goutham teja" userId="cf28178e9bcd408d" providerId="LiveId" clId="{C5BFBA6F-E9C9-44BF-8209-DB589BA8B469}" dt="2026-03-10T03:08:49.102" v="680" actId="20577"/>
        <pc:sldMkLst>
          <pc:docMk/>
          <pc:sldMk cId="1017016331" sldId="314"/>
        </pc:sldMkLst>
        <pc:spChg chg="mod">
          <ac:chgData name="goutham teja" userId="cf28178e9bcd408d" providerId="LiveId" clId="{C5BFBA6F-E9C9-44BF-8209-DB589BA8B469}" dt="2026-03-10T03:08:49.102" v="680" actId="20577"/>
          <ac:spMkLst>
            <pc:docMk/>
            <pc:sldMk cId="1017016331" sldId="314"/>
            <ac:spMk id="2" creationId="{3C500A09-BF95-A121-71A4-33FFE91ACA86}"/>
          </ac:spMkLst>
        </pc:spChg>
        <pc:spChg chg="mod">
          <ac:chgData name="goutham teja" userId="cf28178e9bcd408d" providerId="LiveId" clId="{C5BFBA6F-E9C9-44BF-8209-DB589BA8B469}" dt="2026-03-09T07:18:55.126" v="105" actId="20577"/>
          <ac:spMkLst>
            <pc:docMk/>
            <pc:sldMk cId="1017016331" sldId="314"/>
            <ac:spMk id="3" creationId="{7AEAE0CE-45A1-A1FF-31F4-66CECAEF3059}"/>
          </ac:spMkLst>
        </pc:spChg>
        <pc:spChg chg="mod">
          <ac:chgData name="goutham teja" userId="cf28178e9bcd408d" providerId="LiveId" clId="{C5BFBA6F-E9C9-44BF-8209-DB589BA8B469}" dt="2026-03-10T03:08:26.399" v="640" actId="20577"/>
          <ac:spMkLst>
            <pc:docMk/>
            <pc:sldMk cId="1017016331" sldId="314"/>
            <ac:spMk id="13" creationId="{3F9DE7D0-41AC-90DD-3065-235240261B1B}"/>
          </ac:spMkLst>
        </pc:spChg>
      </pc:sldChg>
      <pc:sldChg chg="modSp mod">
        <pc:chgData name="goutham teja" userId="cf28178e9bcd408d" providerId="LiveId" clId="{C5BFBA6F-E9C9-44BF-8209-DB589BA8B469}" dt="2026-03-09T07:26:27.241" v="574" actId="14100"/>
        <pc:sldMkLst>
          <pc:docMk/>
          <pc:sldMk cId="2715783799" sldId="323"/>
        </pc:sldMkLst>
        <pc:spChg chg="mod">
          <ac:chgData name="goutham teja" userId="cf28178e9bcd408d" providerId="LiveId" clId="{C5BFBA6F-E9C9-44BF-8209-DB589BA8B469}" dt="2026-03-09T07:26:27.241" v="574" actId="14100"/>
          <ac:spMkLst>
            <pc:docMk/>
            <pc:sldMk cId="2715783799" sldId="323"/>
            <ac:spMk id="9" creationId="{0BAA4F36-AB00-F2C4-B47F-6381355DE604}"/>
          </ac:spMkLst>
        </pc:spChg>
      </pc:sldChg>
      <pc:sldChg chg="addSp delSp modSp mod">
        <pc:chgData name="goutham teja" userId="cf28178e9bcd408d" providerId="LiveId" clId="{C5BFBA6F-E9C9-44BF-8209-DB589BA8B469}" dt="2026-03-10T02:49:30.679" v="627" actId="1076"/>
        <pc:sldMkLst>
          <pc:docMk/>
          <pc:sldMk cId="3431953712" sldId="340"/>
        </pc:sldMkLst>
        <pc:spChg chg="del mod">
          <ac:chgData name="goutham teja" userId="cf28178e9bcd408d" providerId="LiveId" clId="{C5BFBA6F-E9C9-44BF-8209-DB589BA8B469}" dt="2026-03-10T02:48:40.992" v="622" actId="22"/>
          <ac:spMkLst>
            <pc:docMk/>
            <pc:sldMk cId="3431953712" sldId="340"/>
            <ac:spMk id="3" creationId="{D408550D-1730-34EA-8ABA-9BB036DE20DE}"/>
          </ac:spMkLst>
        </pc:spChg>
        <pc:picChg chg="add mod ord">
          <ac:chgData name="goutham teja" userId="cf28178e9bcd408d" providerId="LiveId" clId="{C5BFBA6F-E9C9-44BF-8209-DB589BA8B469}" dt="2026-03-10T02:48:47.722" v="624" actId="1076"/>
          <ac:picMkLst>
            <pc:docMk/>
            <pc:sldMk cId="3431953712" sldId="340"/>
            <ac:picMk id="8" creationId="{0486FE7A-4F47-BEB1-7D1B-0DEEDA7842DB}"/>
          </ac:picMkLst>
        </pc:picChg>
        <pc:picChg chg="add mod">
          <ac:chgData name="goutham teja" userId="cf28178e9bcd408d" providerId="LiveId" clId="{C5BFBA6F-E9C9-44BF-8209-DB589BA8B469}" dt="2026-03-10T02:49:30.679" v="627" actId="1076"/>
          <ac:picMkLst>
            <pc:docMk/>
            <pc:sldMk cId="3431953712" sldId="340"/>
            <ac:picMk id="10" creationId="{FD103199-93BA-141F-EF61-930F78720330}"/>
          </ac:picMkLst>
        </pc:picChg>
      </pc:sldChg>
      <pc:sldChg chg="modSp">
        <pc:chgData name="goutham teja" userId="cf28178e9bcd408d" providerId="LiveId" clId="{C5BFBA6F-E9C9-44BF-8209-DB589BA8B469}" dt="2026-03-09T07:27:30.272" v="577"/>
        <pc:sldMkLst>
          <pc:docMk/>
          <pc:sldMk cId="3205484866" sldId="341"/>
        </pc:sldMkLst>
        <pc:spChg chg="mod">
          <ac:chgData name="goutham teja" userId="cf28178e9bcd408d" providerId="LiveId" clId="{C5BFBA6F-E9C9-44BF-8209-DB589BA8B469}" dt="2026-03-09T07:27:30.272" v="577"/>
          <ac:spMkLst>
            <pc:docMk/>
            <pc:sldMk cId="3205484866" sldId="341"/>
            <ac:spMk id="9" creationId="{89135224-75FA-6942-7E71-50A315519F9D}"/>
          </ac:spMkLst>
        </pc:spChg>
      </pc:sldChg>
      <pc:sldChg chg="modSp">
        <pc:chgData name="goutham teja" userId="cf28178e9bcd408d" providerId="LiveId" clId="{C5BFBA6F-E9C9-44BF-8209-DB589BA8B469}" dt="2026-03-09T07:27:58.797" v="578"/>
        <pc:sldMkLst>
          <pc:docMk/>
          <pc:sldMk cId="3489011149" sldId="342"/>
        </pc:sldMkLst>
        <pc:spChg chg="mod">
          <ac:chgData name="goutham teja" userId="cf28178e9bcd408d" providerId="LiveId" clId="{C5BFBA6F-E9C9-44BF-8209-DB589BA8B469}" dt="2026-03-09T07:27:58.797" v="578"/>
          <ac:spMkLst>
            <pc:docMk/>
            <pc:sldMk cId="3489011149" sldId="342"/>
            <ac:spMk id="9" creationId="{BB15296F-156D-BE47-727B-C34C7CDD40D4}"/>
          </ac:spMkLst>
        </pc:spChg>
      </pc:sldChg>
      <pc:sldChg chg="modSp mod">
        <pc:chgData name="goutham teja" userId="cf28178e9bcd408d" providerId="LiveId" clId="{C5BFBA6F-E9C9-44BF-8209-DB589BA8B469}" dt="2026-03-09T07:28:43.215" v="582" actId="27636"/>
        <pc:sldMkLst>
          <pc:docMk/>
          <pc:sldMk cId="4072965683" sldId="343"/>
        </pc:sldMkLst>
        <pc:spChg chg="mod">
          <ac:chgData name="goutham teja" userId="cf28178e9bcd408d" providerId="LiveId" clId="{C5BFBA6F-E9C9-44BF-8209-DB589BA8B469}" dt="2026-03-09T07:28:43.215" v="582" actId="27636"/>
          <ac:spMkLst>
            <pc:docMk/>
            <pc:sldMk cId="4072965683" sldId="343"/>
            <ac:spMk id="9" creationId="{1890F206-B37F-761D-F471-0BF91F889799}"/>
          </ac:spMkLst>
        </pc:spChg>
      </pc:sldChg>
      <pc:sldChg chg="addSp delSp modSp">
        <pc:chgData name="goutham teja" userId="cf28178e9bcd408d" providerId="LiveId" clId="{C5BFBA6F-E9C9-44BF-8209-DB589BA8B469}" dt="2026-03-09T07:29:08.517" v="583"/>
        <pc:sldMkLst>
          <pc:docMk/>
          <pc:sldMk cId="1263985989" sldId="344"/>
        </pc:sldMkLst>
        <pc:spChg chg="add mod">
          <ac:chgData name="goutham teja" userId="cf28178e9bcd408d" providerId="LiveId" clId="{C5BFBA6F-E9C9-44BF-8209-DB589BA8B469}" dt="2026-03-09T07:29:08.517" v="583"/>
          <ac:spMkLst>
            <pc:docMk/>
            <pc:sldMk cId="1263985989" sldId="344"/>
            <ac:spMk id="2" creationId="{B199B032-7DFE-8623-C0A7-9EFB70DC9B91}"/>
          </ac:spMkLst>
        </pc:spChg>
        <pc:spChg chg="del">
          <ac:chgData name="goutham teja" userId="cf28178e9bcd408d" providerId="LiveId" clId="{C5BFBA6F-E9C9-44BF-8209-DB589BA8B469}" dt="2026-03-09T07:29:08.517" v="583"/>
          <ac:spMkLst>
            <pc:docMk/>
            <pc:sldMk cId="1263985989" sldId="344"/>
            <ac:spMk id="9" creationId="{363C44B8-E8B6-5D9D-90FF-ECD825D72DFC}"/>
          </ac:spMkLst>
        </pc:spChg>
      </pc:sldChg>
      <pc:sldChg chg="modSp mod">
        <pc:chgData name="goutham teja" userId="cf28178e9bcd408d" providerId="LiveId" clId="{C5BFBA6F-E9C9-44BF-8209-DB589BA8B469}" dt="2026-03-10T02:39:28.760" v="612" actId="21"/>
        <pc:sldMkLst>
          <pc:docMk/>
          <pc:sldMk cId="1906946512" sldId="345"/>
        </pc:sldMkLst>
        <pc:spChg chg="mod">
          <ac:chgData name="goutham teja" userId="cf28178e9bcd408d" providerId="LiveId" clId="{C5BFBA6F-E9C9-44BF-8209-DB589BA8B469}" dt="2026-03-10T02:39:28.760" v="612" actId="21"/>
          <ac:spMkLst>
            <pc:docMk/>
            <pc:sldMk cId="1906946512" sldId="345"/>
            <ac:spMk id="9" creationId="{8769557B-A6AB-F48D-9A16-51F755A17BB7}"/>
          </ac:spMkLst>
        </pc:spChg>
      </pc:sldChg>
      <pc:sldChg chg="modSp mod">
        <pc:chgData name="goutham teja" userId="cf28178e9bcd408d" providerId="LiveId" clId="{C5BFBA6F-E9C9-44BF-8209-DB589BA8B469}" dt="2026-03-10T02:39:42.461" v="620"/>
        <pc:sldMkLst>
          <pc:docMk/>
          <pc:sldMk cId="344365824" sldId="346"/>
        </pc:sldMkLst>
        <pc:spChg chg="mod">
          <ac:chgData name="goutham teja" userId="cf28178e9bcd408d" providerId="LiveId" clId="{C5BFBA6F-E9C9-44BF-8209-DB589BA8B469}" dt="2026-03-10T02:39:42.461" v="620"/>
          <ac:spMkLst>
            <pc:docMk/>
            <pc:sldMk cId="344365824" sldId="346"/>
            <ac:spMk id="9" creationId="{6726AE93-69A8-DC85-DA45-05F4D66EF996}"/>
          </ac:spMkLst>
        </pc:spChg>
      </pc:sldChg>
      <pc:sldChg chg="addSp delSp modSp">
        <pc:chgData name="goutham teja" userId="cf28178e9bcd408d" providerId="LiveId" clId="{C5BFBA6F-E9C9-44BF-8209-DB589BA8B469}" dt="2026-03-10T02:40:14.905" v="621"/>
        <pc:sldMkLst>
          <pc:docMk/>
          <pc:sldMk cId="2858912175" sldId="347"/>
        </pc:sldMkLst>
        <pc:spChg chg="add mod">
          <ac:chgData name="goutham teja" userId="cf28178e9bcd408d" providerId="LiveId" clId="{C5BFBA6F-E9C9-44BF-8209-DB589BA8B469}" dt="2026-03-10T02:40:14.905" v="621"/>
          <ac:spMkLst>
            <pc:docMk/>
            <pc:sldMk cId="2858912175" sldId="347"/>
            <ac:spMk id="2" creationId="{5C7DCEE2-FB02-BD6F-BB4C-349B3635A052}"/>
          </ac:spMkLst>
        </pc:spChg>
        <pc:spChg chg="del">
          <ac:chgData name="goutham teja" userId="cf28178e9bcd408d" providerId="LiveId" clId="{C5BFBA6F-E9C9-44BF-8209-DB589BA8B469}" dt="2026-03-10T02:40:14.905" v="621"/>
          <ac:spMkLst>
            <pc:docMk/>
            <pc:sldMk cId="2858912175" sldId="347"/>
            <ac:spMk id="9" creationId="{956E9376-CB4B-895B-7B5C-D2F5AAED7494}"/>
          </ac:spMkLst>
        </pc:spChg>
      </pc:sldChg>
      <pc:sldChg chg="addSp delSp modSp mod">
        <pc:chgData name="goutham teja" userId="cf28178e9bcd408d" providerId="LiveId" clId="{C5BFBA6F-E9C9-44BF-8209-DB589BA8B469}" dt="2026-03-10T02:37:55.534" v="588" actId="14100"/>
        <pc:sldMkLst>
          <pc:docMk/>
          <pc:sldMk cId="2357471992" sldId="348"/>
        </pc:sldMkLst>
        <pc:spChg chg="del">
          <ac:chgData name="goutham teja" userId="cf28178e9bcd408d" providerId="LiveId" clId="{C5BFBA6F-E9C9-44BF-8209-DB589BA8B469}" dt="2026-03-10T02:37:28.792" v="584" actId="22"/>
          <ac:spMkLst>
            <pc:docMk/>
            <pc:sldMk cId="2357471992" sldId="348"/>
            <ac:spMk id="3" creationId="{81383DFD-4145-46B6-BA5B-4C9D68B54059}"/>
          </ac:spMkLst>
        </pc:spChg>
        <pc:picChg chg="add mod ord">
          <ac:chgData name="goutham teja" userId="cf28178e9bcd408d" providerId="LiveId" clId="{C5BFBA6F-E9C9-44BF-8209-DB589BA8B469}" dt="2026-03-10T02:37:55.534" v="588" actId="14100"/>
          <ac:picMkLst>
            <pc:docMk/>
            <pc:sldMk cId="2357471992" sldId="348"/>
            <ac:picMk id="8" creationId="{417E16E0-214A-CF0C-1219-D4443E310C55}"/>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Interactive </a:t>
            </a:r>
            <a:r>
              <a:rPr lang="en-US" sz="2400">
                <a:solidFill>
                  <a:srgbClr val="0070C0"/>
                </a:solidFill>
                <a:latin typeface="+mn-lt"/>
                <a:cs typeface="Arial" panose="020B0604020202020204" pitchFamily="34" charset="0"/>
              </a:rPr>
              <a:t>Movie Booking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CH.Goutham</a:t>
            </a:r>
            <a:r>
              <a:rPr lang="en-US" sz="9600" dirty="0"/>
              <a:t> Teja</a:t>
            </a:r>
          </a:p>
          <a:p>
            <a:pPr marL="0" indent="0" algn="ctr">
              <a:buNone/>
            </a:pPr>
            <a:r>
              <a:rPr lang="en-US" sz="9600" dirty="0"/>
              <a:t>Student ID: 2520090225</a:t>
            </a:r>
            <a:endParaRPr lang="en-US" sz="2400" dirty="0"/>
          </a:p>
          <a:p>
            <a:pPr marL="0" indent="0" algn="ctr">
              <a:buNone/>
            </a:pPr>
            <a:r>
              <a:rPr lang="en-US" sz="11200" dirty="0"/>
              <a:t>Cluster:01</a:t>
            </a:r>
          </a:p>
          <a:p>
            <a:pPr marL="0" indent="0" algn="ctr">
              <a:buNone/>
            </a:pPr>
            <a:r>
              <a:rPr lang="en-US" sz="11200" dirty="0"/>
              <a:t>Section: 02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Ms.Sindhu</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85000" lnSpcReduction="20000"/>
          </a:bodyPr>
          <a:lstStyle/>
          <a:p>
            <a:endParaRPr lang="en-US" dirty="0"/>
          </a:p>
          <a:p>
            <a:r>
              <a:rPr lang="en-US" dirty="0"/>
              <a:t>This project focuses on developing a web-based platform that allows users to share and explore movie reviews. The website provides a simple and user-friendly interface where users can browse different movies, read reviews written by other users, and submit their own opinions and ratings. The main goal of the project is to create a centralized platform where movie enthusiasts can discuss films and help others decide what to watch.</a:t>
            </a:r>
          </a:p>
          <a:p>
            <a:r>
              <a:rPr lang="en-US" dirty="0"/>
              <a:t>The system is designed using web technologies such as HTML, CSS, JavaScript, and Java (for backend logic). It implements basic data structures and concepts like arrays, sorting, stacks, queues, and hashing to efficiently store, manage, and display reviews. Users can search for movies, view ratings, and see reviews sorted based on popularity or recency.</a:t>
            </a:r>
          </a:p>
          <a:p>
            <a:r>
              <a:rPr lang="en-US" dirty="0"/>
              <a:t>Overall, this project demonstrates the practical implementation of web development and data structure concepts to build an interactive and useful movie review website that enhances the movie-watching experience for users.</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10000"/>
          </a:bodyPr>
          <a:lstStyle/>
          <a:p>
            <a:r>
              <a:rPr lang="en-US" dirty="0"/>
              <a:t>Currently, people use online platforms to read and share movie reviews before deciding what to watch. Popular websites such as IMDb, Rotten Tomatoes, and Letterboxd provide movie ratings, reviews, and detailed information about films. These platforms allow users to browse movies, read reviews from critics and audiences, and sometimes post their own reviews.</a:t>
            </a:r>
          </a:p>
          <a:p>
            <a:r>
              <a:rPr lang="en-US" dirty="0"/>
              <a:t>However, many of these systems are large and complex, containing many additional features that may not be necessary for basic review sharing. Some platforms also require account creation to access certain features, and the interface can sometimes be difficult for new users to navigate. Therefore, there is a need for a simpler system where users can easily view and submit movie reviews in a straightforward and organized manner.</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r>
              <a:rPr lang="en-US" dirty="0"/>
              <a:t>The proposed system is a web-based movie review website where users can view movie ratings, read reviews from other users, and post their own reviews. The platform provides a simple and user-friendly interface for searching movies and sharing opinions. It uses data structure concepts like arrays, sorting, stacks, queues, and hashing to store and manage reviews efficiently. The system aims to make movie review sharing easy and organized for users.</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a:bodyPr>
          <a:lstStyle/>
          <a:p>
            <a:r>
              <a:rPr lang="en-US" dirty="0"/>
              <a:t>The system architecture of the movie review website follows a simple three-layer structure: </a:t>
            </a:r>
            <a:r>
              <a:rPr lang="en-US" b="1" dirty="0"/>
              <a:t>presentation layer, application layer, and data layer</a:t>
            </a:r>
            <a:r>
              <a:rPr lang="en-US" dirty="0"/>
              <a:t>. The presentation layer is the user interface built using HTML, CSS, and JavaScript, where users can view movies, read reviews, and submit their own reviews. The application layer processes user requests and handles the logic using Java, including operations like storing reviews, sorting ratings, and managing user data. The data layer stores the movie details and user reviews, which are organized using data structure concepts such as arrays, stacks, queues, and hashing. All these components work together to provide a smooth and efficient movie review platform.</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lnSpcReduction="10000"/>
          </a:bodyPr>
          <a:lstStyle/>
          <a:p>
            <a:r>
              <a:rPr lang="en-US" b="1" dirty="0"/>
              <a:t>User Module</a:t>
            </a:r>
            <a:r>
              <a:rPr lang="en-US" dirty="0"/>
              <a:t> – Allows users to register/login, view movies, read reviews, and submit their own reviews and ratings.</a:t>
            </a:r>
          </a:p>
          <a:p>
            <a:r>
              <a:rPr lang="en-US" b="1" dirty="0"/>
              <a:t>Movie Module</a:t>
            </a:r>
            <a:r>
              <a:rPr lang="en-US" dirty="0"/>
              <a:t> – Manages the list of movies available on the website and displays movie details.</a:t>
            </a:r>
          </a:p>
          <a:p>
            <a:r>
              <a:rPr lang="en-US" b="1" dirty="0"/>
              <a:t>Review Module</a:t>
            </a:r>
            <a:r>
              <a:rPr lang="en-US" dirty="0"/>
              <a:t> – Enables users to write reviews, give ratings, and view reviews posted by other users.</a:t>
            </a:r>
          </a:p>
          <a:p>
            <a:r>
              <a:rPr lang="en-US" b="1" dirty="0"/>
              <a:t>Search and Sorting Module</a:t>
            </a:r>
            <a:r>
              <a:rPr lang="en-US" dirty="0"/>
              <a:t> – Helps users search for movies and view reviews sorted by rating or latest posts using data structure concepts.</a:t>
            </a:r>
          </a:p>
          <a:p>
            <a:r>
              <a:rPr lang="en-US" b="1" dirty="0"/>
              <a:t>Data Management Module</a:t>
            </a:r>
            <a:r>
              <a:rPr lang="en-US" dirty="0"/>
              <a:t> – Stores and manages movie information and user reviews efficiently using arrays, hashing, stacks, and queues.</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B199B032-7DFE-8623-C0A7-9EFB70DC9B9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user-friendly website for sharing and viewing movie reviews.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allow users to post their own reviews and ratings for movies.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users to read and explore reviews written by other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organize and manage movie review data efficiently using data structure concepts.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an easy platform for movie lovers to discover and discuss movies. 🎬</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838200" y="1825625"/>
            <a:ext cx="10323786" cy="3261382"/>
          </a:xfrm>
        </p:spPr>
        <p:txBody>
          <a:bodyPr>
            <a:normAutofit/>
          </a:bodyPr>
          <a:lstStyle/>
          <a:p>
            <a:pPr marL="457200" lvl="1" indent="0">
              <a:buNone/>
            </a:pPr>
            <a:r>
              <a:rPr lang="en-IN" dirty="0"/>
              <a:t>CO1 - Apply Internet Fundamentals, HTML &amp; Introductory CSS Styling. CO2 - Apply HTML Forms, Semantic Tags &amp; Comprehensive CSS Layouts. CO3 - Apply JavaScript Programming Essentials .CO4 - Apply JavaScript Interactivity, DOM .CO5 - Apply Advanced Web Development &amp; Deployment. </a:t>
            </a: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pPr marL="0" indent="0">
              <a:buNone/>
            </a:pPr>
            <a:r>
              <a:rPr lang="en-IN" dirty="0"/>
              <a:t>CO1 - Application of searching algorithms CO2 - Design and implement Abstract Data Types CO3 - Apply stacks and queues CO5 - Design, Develop and evaluate common practical applications for linear Data Structures </a:t>
            </a:r>
            <a:r>
              <a:rPr lang="en-IN" dirty="0" err="1"/>
              <a:t>dsa</a:t>
            </a:r>
            <a:endParaRPr lang="en-IN" dirty="0"/>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pic>
        <p:nvPicPr>
          <p:cNvPr id="8" name="Content Placeholder 7">
            <a:extLst>
              <a:ext uri="{FF2B5EF4-FFF2-40B4-BE49-F238E27FC236}">
                <a16:creationId xmlns:a16="http://schemas.microsoft.com/office/drawing/2014/main" id="{0486FE7A-4F47-BEB1-7D1B-0DEEDA7842DB}"/>
              </a:ext>
            </a:extLst>
          </p:cNvPr>
          <p:cNvPicPr>
            <a:picLocks noGrp="1" noChangeAspect="1"/>
          </p:cNvPicPr>
          <p:nvPr>
            <p:ph idx="1"/>
          </p:nvPr>
        </p:nvPicPr>
        <p:blipFill>
          <a:blip r:embed="rId2"/>
          <a:stretch>
            <a:fillRect/>
          </a:stretch>
        </p:blipFill>
        <p:spPr>
          <a:xfrm>
            <a:off x="971169" y="1690688"/>
            <a:ext cx="4774928" cy="2893520"/>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 name="Picture 9">
            <a:extLst>
              <a:ext uri="{FF2B5EF4-FFF2-40B4-BE49-F238E27FC236}">
                <a16:creationId xmlns:a16="http://schemas.microsoft.com/office/drawing/2014/main" id="{FD103199-93BA-141F-EF61-930F78720330}"/>
              </a:ext>
            </a:extLst>
          </p:cNvPr>
          <p:cNvPicPr>
            <a:picLocks noChangeAspect="1"/>
          </p:cNvPicPr>
          <p:nvPr/>
        </p:nvPicPr>
        <p:blipFill>
          <a:blip r:embed="rId3"/>
          <a:stretch>
            <a:fillRect/>
          </a:stretch>
        </p:blipFill>
        <p:spPr>
          <a:xfrm>
            <a:off x="5798649" y="1540360"/>
            <a:ext cx="5896941" cy="3194176"/>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2" name="Content Placeholder 1">
            <a:extLst>
              <a:ext uri="{FF2B5EF4-FFF2-40B4-BE49-F238E27FC236}">
                <a16:creationId xmlns:a16="http://schemas.microsoft.com/office/drawing/2014/main" id="{5C7DCEE2-FB02-BD6F-BB4C-349B3635A05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demonstrates the implementation of various </a:t>
            </a:r>
            <a:r>
              <a:rPr kumimoji="0" lang="en-US" altLang="en-US" sz="1800" b="1" i="0" u="none" strike="noStrike" cap="none" normalizeH="0" baseline="0" dirty="0">
                <a:ln>
                  <a:noFill/>
                </a:ln>
                <a:solidFill>
                  <a:schemeClr val="tx1"/>
                </a:solidFill>
                <a:effectLst/>
                <a:latin typeface="Arial" panose="020B0604020202020204" pitchFamily="34" charset="0"/>
              </a:rPr>
              <a:t>Data Structures and Algorithms (DSA)</a:t>
            </a:r>
            <a:r>
              <a:rPr kumimoji="0" lang="en-US" altLang="en-US" sz="1800" b="0" i="0" u="none" strike="noStrike" cap="none" normalizeH="0" baseline="0" dirty="0">
                <a:ln>
                  <a:noFill/>
                </a:ln>
                <a:solidFill>
                  <a:schemeClr val="tx1"/>
                </a:solidFill>
                <a:effectLst/>
                <a:latin typeface="Arial" panose="020B0604020202020204" pitchFamily="34" charset="0"/>
              </a:rPr>
              <a:t> concepts in a movie rating system called </a:t>
            </a:r>
            <a:r>
              <a:rPr kumimoji="0" lang="en-US" altLang="en-US" sz="1800" b="0" i="1" u="none" strike="noStrike" cap="none" normalizeH="0" baseline="0" dirty="0">
                <a:ln>
                  <a:noFill/>
                </a:ln>
                <a:solidFill>
                  <a:schemeClr val="tx1"/>
                </a:solidFill>
                <a:effectLst/>
                <a:latin typeface="Arial" panose="020B0604020202020204" pitchFamily="34" charset="0"/>
              </a:rPr>
              <a:t>Cine Rate Hub</a:t>
            </a:r>
            <a:r>
              <a:rPr kumimoji="0" lang="en-US" altLang="en-US" sz="1800" b="0" i="0" u="none" strike="noStrike" cap="none" normalizeH="0" baseline="0" dirty="0">
                <a:ln>
                  <a:noFill/>
                </a:ln>
                <a:solidFill>
                  <a:schemeClr val="tx1"/>
                </a:solidFill>
                <a:effectLst/>
                <a:latin typeface="Arial" panose="020B0604020202020204" pitchFamily="34" charset="0"/>
              </a:rPr>
              <a:t>. Arrays are used to store movie names and their ratings, while </a:t>
            </a:r>
            <a:r>
              <a:rPr kumimoji="0" lang="en-US" altLang="en-US" sz="1800" b="1" i="0" u="none" strike="noStrike" cap="none" normalizeH="0" baseline="0" dirty="0">
                <a:ln>
                  <a:noFill/>
                </a:ln>
                <a:solidFill>
                  <a:schemeClr val="tx1"/>
                </a:solidFill>
                <a:effectLst/>
                <a:latin typeface="Arial" panose="020B0604020202020204" pitchFamily="34" charset="0"/>
              </a:rPr>
              <a:t>HashMap</a:t>
            </a:r>
            <a:r>
              <a:rPr kumimoji="0" lang="en-US" altLang="en-US" sz="1800" b="0" i="0" u="none" strike="noStrike" cap="none" normalizeH="0" baseline="0" dirty="0">
                <a:ln>
                  <a:noFill/>
                </a:ln>
                <a:solidFill>
                  <a:schemeClr val="tx1"/>
                </a:solidFill>
                <a:effectLst/>
                <a:latin typeface="Arial" panose="020B0604020202020204" pitchFamily="34" charset="0"/>
              </a:rPr>
              <a:t> efficiently maps each movie to its rating. The program applies </a:t>
            </a:r>
            <a:r>
              <a:rPr kumimoji="0" lang="en-US" altLang="en-US" sz="1800" b="1" i="0" u="none" strike="noStrike" cap="none" normalizeH="0" baseline="0" dirty="0">
                <a:ln>
                  <a:noFill/>
                </a:ln>
                <a:solidFill>
                  <a:schemeClr val="tx1"/>
                </a:solidFill>
                <a:effectLst/>
                <a:latin typeface="Arial" panose="020B0604020202020204" pitchFamily="34" charset="0"/>
              </a:rPr>
              <a:t>Bubble Sort</a:t>
            </a:r>
            <a:r>
              <a:rPr kumimoji="0" lang="en-US" altLang="en-US" sz="1800" b="0" i="0" u="none" strike="noStrike" cap="none" normalizeH="0" baseline="0" dirty="0">
                <a:ln>
                  <a:noFill/>
                </a:ln>
                <a:solidFill>
                  <a:schemeClr val="tx1"/>
                </a:solidFill>
                <a:effectLst/>
                <a:latin typeface="Arial" panose="020B0604020202020204" pitchFamily="34" charset="0"/>
              </a:rPr>
              <a:t> to arrange movies based on ratings. A </a:t>
            </a:r>
            <a:r>
              <a:rPr kumimoji="0" lang="en-US" altLang="en-US" sz="1800" b="1" i="0" u="none" strike="noStrike" cap="none" normalizeH="0" baseline="0" dirty="0">
                <a:ln>
                  <a:noFill/>
                </a:ln>
                <a:solidFill>
                  <a:schemeClr val="tx1"/>
                </a:solidFill>
                <a:effectLst/>
                <a:latin typeface="Arial" panose="020B0604020202020204" pitchFamily="34" charset="0"/>
              </a:rPr>
              <a:t>Stack</a:t>
            </a:r>
            <a:r>
              <a:rPr kumimoji="0" lang="en-US" altLang="en-US" sz="1800" b="0" i="0" u="none" strike="noStrike" cap="none" normalizeH="0" baseline="0" dirty="0">
                <a:ln>
                  <a:noFill/>
                </a:ln>
                <a:solidFill>
                  <a:schemeClr val="tx1"/>
                </a:solidFill>
                <a:effectLst/>
                <a:latin typeface="Arial" panose="020B0604020202020204" pitchFamily="34" charset="0"/>
              </a:rPr>
              <a:t> is used to manage recently viewed movies following the </a:t>
            </a:r>
            <a:r>
              <a:rPr kumimoji="0" lang="en-US" altLang="en-US" sz="1800" b="1" i="0" u="none" strike="noStrike" cap="none" normalizeH="0" baseline="0" dirty="0">
                <a:ln>
                  <a:noFill/>
                </a:ln>
                <a:solidFill>
                  <a:schemeClr val="tx1"/>
                </a:solidFill>
                <a:effectLst/>
                <a:latin typeface="Arial" panose="020B0604020202020204" pitchFamily="34" charset="0"/>
              </a:rPr>
              <a:t>LIFO (Last In First Out)</a:t>
            </a:r>
            <a:r>
              <a:rPr kumimoji="0" lang="en-US" altLang="en-US" sz="1800" b="0" i="0" u="none" strike="noStrike" cap="none" normalizeH="0" baseline="0" dirty="0">
                <a:ln>
                  <a:noFill/>
                </a:ln>
                <a:solidFill>
                  <a:schemeClr val="tx1"/>
                </a:solidFill>
                <a:effectLst/>
                <a:latin typeface="Arial" panose="020B0604020202020204" pitchFamily="34" charset="0"/>
              </a:rPr>
              <a:t> principle, and a </a:t>
            </a:r>
            <a:r>
              <a:rPr kumimoji="0" lang="en-US" altLang="en-US" sz="1800" b="1" i="0" u="none" strike="noStrike" cap="none" normalizeH="0" baseline="0" dirty="0">
                <a:ln>
                  <a:noFill/>
                </a:ln>
                <a:solidFill>
                  <a:schemeClr val="tx1"/>
                </a:solidFill>
                <a:effectLst/>
                <a:latin typeface="Arial" panose="020B0604020202020204" pitchFamily="34" charset="0"/>
              </a:rPr>
              <a:t>Queue</a:t>
            </a:r>
            <a:r>
              <a:rPr kumimoji="0" lang="en-US" altLang="en-US" sz="1800" b="0" i="0" u="none" strike="noStrike" cap="none" normalizeH="0" baseline="0" dirty="0">
                <a:ln>
                  <a:noFill/>
                </a:ln>
                <a:solidFill>
                  <a:schemeClr val="tx1"/>
                </a:solidFill>
                <a:effectLst/>
                <a:latin typeface="Arial" panose="020B0604020202020204" pitchFamily="34" charset="0"/>
              </a:rPr>
              <a:t> is used to maintain a watchlist using the </a:t>
            </a:r>
            <a:r>
              <a:rPr kumimoji="0" lang="en-US" altLang="en-US" sz="1800" b="1" i="0" u="none" strike="noStrike" cap="none" normalizeH="0" baseline="0" dirty="0">
                <a:ln>
                  <a:noFill/>
                </a:ln>
                <a:solidFill>
                  <a:schemeClr val="tx1"/>
                </a:solidFill>
                <a:effectLst/>
                <a:latin typeface="Arial" panose="020B0604020202020204" pitchFamily="34" charset="0"/>
              </a:rPr>
              <a:t>FIFO (First In First Out)</a:t>
            </a:r>
            <a:r>
              <a:rPr kumimoji="0" lang="en-US" altLang="en-US" sz="1800" b="0" i="0" u="none" strike="noStrike" cap="none" normalizeH="0" baseline="0" dirty="0">
                <a:ln>
                  <a:noFill/>
                </a:ln>
                <a:solidFill>
                  <a:schemeClr val="tx1"/>
                </a:solidFill>
                <a:effectLst/>
                <a:latin typeface="Arial" panose="020B0604020202020204" pitchFamily="34" charset="0"/>
              </a:rPr>
              <a:t> principle. Overall, this project shows how different data structures can be used together in Java to organize, store, and process data efficiently in a simple real-world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417E16E0-214A-CF0C-1219-D4443E310C55}"/>
              </a:ext>
            </a:extLst>
          </p:cNvPr>
          <p:cNvPicPr>
            <a:picLocks noGrp="1" noChangeAspect="1"/>
          </p:cNvPicPr>
          <p:nvPr>
            <p:ph idx="1"/>
          </p:nvPr>
        </p:nvPicPr>
        <p:blipFill>
          <a:blip r:embed="rId2"/>
          <a:stretch>
            <a:fillRect/>
          </a:stretch>
        </p:blipFill>
        <p:spPr>
          <a:xfrm>
            <a:off x="677568" y="1436741"/>
            <a:ext cx="10515600" cy="5284733"/>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3728</TotalTime>
  <Words>1204</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Calibri Light</vt:lpstr>
      <vt:lpstr>Google Sans</vt:lpstr>
      <vt:lpstr>Office Theme</vt:lpstr>
      <vt:lpstr>Custom Design</vt:lpstr>
      <vt:lpstr>INSTRUCTIONS</vt:lpstr>
      <vt:lpstr>Title: Interactive Movie Booking System</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goutham teja</cp:lastModifiedBy>
  <cp:revision>51</cp:revision>
  <dcterms:created xsi:type="dcterms:W3CDTF">2022-05-20T10:20:31Z</dcterms:created>
  <dcterms:modified xsi:type="dcterms:W3CDTF">2026-03-10T03:08:50Z</dcterms:modified>
</cp:coreProperties>
</file>